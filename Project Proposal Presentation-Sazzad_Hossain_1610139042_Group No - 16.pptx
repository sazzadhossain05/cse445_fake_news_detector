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0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41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3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6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3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8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7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3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9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80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0949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98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59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17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66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35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7D2279-44F5-494E-8E3E-4CB0244BCF0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0D03E-0DA9-4176-8EBC-58AD9239C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37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0185" y="139344"/>
            <a:ext cx="7130970" cy="2429257"/>
          </a:xfrm>
        </p:spPr>
        <p:txBody>
          <a:bodyPr/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North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South University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Department of Electrical &amp; Computer Engineering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Project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Summer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62472" y="4679228"/>
            <a:ext cx="53027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Course Instructor : </a:t>
            </a:r>
          </a:p>
          <a:p>
            <a:endParaRPr lang="en-US" sz="24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Dr. Mohammad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Ashrafuzzaman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Khan</a:t>
            </a:r>
            <a:endParaRPr lang="en-US" sz="24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39344"/>
            <a:ext cx="1674972" cy="18998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70048" y="2532760"/>
            <a:ext cx="5390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Project Title 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Fake News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3837980"/>
            <a:ext cx="3456432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Submitted By</a:t>
            </a:r>
            <a:r>
              <a:rPr lang="en-US" u="sng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Name      :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Sazzad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Hossain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ID            :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1610139042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Course    :   CSE445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Group ID :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Section    :   01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6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>
            <p:ph type="title"/>
          </p:nvPr>
        </p:nvSpPr>
        <p:spPr>
          <a:xfrm>
            <a:off x="1435609" y="374904"/>
            <a:ext cx="7260336" cy="512064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Problem I am Trying to Solve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0980" y="886968"/>
            <a:ext cx="11750040" cy="2276857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 this project I will detect Fake news from Real news.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detect the fake news, which is a classic text classification problem with a straight forward proposition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needed to build a model that can differentiate between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news and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Fake news.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786385" y="2729011"/>
            <a:ext cx="8558783" cy="57607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The Reasons I am Interested in This Problem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78992" y="47000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305085"/>
            <a:ext cx="1210665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our modern era where the internet is global, everyone relies on various online resources for news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Along with the increase in use of social media platforms like Facebook, Twitter etc. news spread rapidly among millions of users within a very short span of time. The spread of fake news has far-reaching consequences like the creation of biased opinions to swaying election outcomes for the benefit of certain candidates.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Moreover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spammers use appealing news headlines to generate revenue using advertisements via click-baits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solve those above problems generated by false news,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 am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interested to work on false news detection. In this project, 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aim to perform binary classification of various news articles available online with the help of concepts of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170087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68687" y="411660"/>
            <a:ext cx="5361497" cy="749628"/>
          </a:xfr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Goal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Working Plan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90080" y="1275678"/>
            <a:ext cx="11314240" cy="421986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My main goal is to figure out the performance of the algorithms and compare their outcomes.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common algorithms used by fake news detection systems include machine learning algorithms such as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Support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 Machines, Random Forests, Decision trees, Stochastic gradient descent, Logistic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project 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will implement three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of these algorithms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train and test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will use a combination of both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off the shelf datasets as well as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will expanded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by crawling content on the web. I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also have plan to use datasets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ain challenge throughout the project will be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 a set of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uniform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76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334</TotalTime>
  <Words>361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Century Gothic</vt:lpstr>
      <vt:lpstr>Wingdings</vt:lpstr>
      <vt:lpstr>Wingdings 3</vt:lpstr>
      <vt:lpstr>Ion</vt:lpstr>
      <vt:lpstr>                     North South University Department of Electrical &amp; Computer Engineering                        Project Presentation                             Summer 2020 </vt:lpstr>
      <vt:lpstr>The Problem I am Trying to Solve</vt:lpstr>
      <vt:lpstr>Goal and Working Plan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South University Department of Electrical &amp; Computer Engineering Project Proposal Summer 2020 </dc:title>
  <dc:creator>Windows User</dc:creator>
  <cp:lastModifiedBy>Windows User</cp:lastModifiedBy>
  <cp:revision>56</cp:revision>
  <dcterms:created xsi:type="dcterms:W3CDTF">2020-07-11T21:06:07Z</dcterms:created>
  <dcterms:modified xsi:type="dcterms:W3CDTF">2020-08-05T08:31:07Z</dcterms:modified>
</cp:coreProperties>
</file>